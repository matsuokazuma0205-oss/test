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371600"/>
            <a:ext cx="3657600" cy="36576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200400" cy="32004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0" y="1097280"/>
            <a:ext cx="3200400" cy="411480"/>
          </a:xfrm>
          <a:prstGeom prst="rect">
            <a:avLst/>
          </a:prstGeom>
          <a:solidFill>
            <a:srgbClr val="003388"/>
          </a:solidFill>
          <a:ln w="12700">
            <a:solidFill>
              <a:srgbClr val="66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143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FOOZJOY ／ フーズジョイ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8531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キントーン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5176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操作手順ガイド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6616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DFF"/>
                </a:solidFill>
              </a:rPr>
              <a:t>はじめて使う方でも安心！わかりやすい操作マニュアル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</a:rPr>
              <a:t>2026年6月版　／　社内システム部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本日の内容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9章でキントーンの基本から応用まで解説します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160020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キントーンとは？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19088" y="160020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ログイン方法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" y="260604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画面の見かた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6888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260604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レコードの閲覧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" y="36118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レコードの新規作成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47472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19088" y="36118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レコードの編集・削除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461772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検索・絞り込み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48056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19088" y="461772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コメント・通知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86400"/>
            <a:ext cx="56692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" y="562356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715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よくある質問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74552" cy="502920"/>
          </a:xfrm>
          <a:prstGeom prst="rect">
            <a:avLst/>
          </a:prstGeom>
          <a:solidFill>
            <a:srgbClr val="FFF8E7"/>
          </a:solidFill>
          <a:ln w="1270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309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4400"/>
                </a:solidFill>
              </a:rPr>
              <a:t>💡 ヒント：キーボードの ← → キー、または画面下の「前へ／次へ」でスライドを移動できます。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FF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キントーンとは？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業務アプリが簡単に作れるクラウドサービス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キントーンとは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キントーンでできること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フーズジョイでは受発注・在庫・顧客管理などに活用しています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63931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3639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データ管理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639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受注・在庫・顧客情報
をアプリで一元管理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363931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554480"/>
            <a:ext cx="3639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2011680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検索・絞込み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331720"/>
            <a:ext cx="3639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条件を指定して必要な
データをすぐ探せる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417320"/>
            <a:ext cx="363931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554480"/>
            <a:ext cx="3639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011680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グラフ・集計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331720"/>
            <a:ext cx="3639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売上・在庫をグラフで
視覚的に確認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37560"/>
            <a:ext cx="363931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3639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コメント機能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51960"/>
            <a:ext cx="3639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レコードごとにメンバー
と情報共有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3337560"/>
            <a:ext cx="363931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3474720"/>
            <a:ext cx="3639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3931920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スマホ対応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4251960"/>
            <a:ext cx="3639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外出先でもスマホアプリ
から確認・入力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3337560"/>
            <a:ext cx="3639312" cy="16916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3474720"/>
            <a:ext cx="3639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1A2E"/>
                </a:solidFill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3931920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通知・アラート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4251960"/>
            <a:ext cx="3639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更新や締切を自動で
お知らせ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40680"/>
            <a:ext cx="11274552" cy="594360"/>
          </a:xfrm>
          <a:prstGeom prst="rect">
            <a:avLst/>
          </a:prstGeom>
          <a:solidFill>
            <a:srgbClr val="E8F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9554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💡 フーズジョイでの主な活用アプリ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74243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受注管理アプリ　／　在庫管理アプリ　／　顧客管理アプリ　／　日報・週報アプリ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ログイン方法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最初の一歩 — アクセスして画面を開こう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ログイン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ログインの手順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初めてのログインは以下の手順で行ってください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90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URLにアクセス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288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ブラウザで  foozjoy.cybozu.com  を開く（ブックマーク登録を推奨）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04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IDとパスワードを入力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社員番号（FJ〇〇〇〇〇）と初期パスワードを入力してください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192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「ログイン」ボタンをクリック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576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ホーム画面に遷移すればログイン完了です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11274552" cy="502920"/>
          </a:xfrm>
          <a:prstGeom prst="rect">
            <a:avLst/>
          </a:prstGeom>
          <a:solidFill>
            <a:srgbClr val="FFF8E7"/>
          </a:solidFill>
          <a:ln w="1270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4400"/>
                </a:solidFill>
              </a:rPr>
              <a:t>💡 ヒント：初回ログイン時はパスワード変更を求められます。推測されにくい8文字以上のパスワードを設定してください。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0000"/>
                </a:solidFill>
              </a:rPr>
              <a:t>⚠ 注意：パスワードを忘れた場合はシステム管理者（内線: 1234）にご連絡ください。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画面の見かた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ホーム画面とアプリ画面の基本構成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画面構成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基本画面の構成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キントーンの画面は大きく3つのエリアに分かれています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44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3619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🔵  foozjoy.cybozu.com / k / 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11091672" cy="411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🏠 ホーム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65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📦 受注管理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65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🏭 在庫管理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965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👥 顧客管理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7440"/>
            <a:ext cx="2011680" cy="3337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423160"/>
            <a:ext cx="1920240" cy="3840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50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📋 一覧ビュー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07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📅 カレンダー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649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📊 グラフ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221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─────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今月の受注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36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未対応のみ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2377440"/>
            <a:ext cx="8988552" cy="3337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2468880"/>
            <a:ext cx="8714232" cy="347472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2880360"/>
            <a:ext cx="8714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3291840"/>
            <a:ext cx="8714232" cy="34747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3703320"/>
            <a:ext cx="8714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4114800"/>
            <a:ext cx="8714232" cy="34747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4526280"/>
            <a:ext cx="871423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97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</a:rPr>
              <a:t>① 上部ナビゲーション
アプリ間の移動・通知・設定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8978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</a:rPr>
              <a:t>② 左サイドバー
ビュー切替・絞り込み条件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897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6CC"/>
                </a:solidFill>
              </a:rPr>
              <a:t>③ メインエリア
データ一覧・詳細・グラフ表示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レコードの閲覧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データを探して内容を確認する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レコード閲覧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レコードを閲覧する方法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一覧から目的のレコードを素早く見つけましょう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90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アプリを開く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288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上部メニューから目的のアプリ（例：受注管理）をクリックします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04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一覧から目的のレコードを探す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リスト形式で表示されます。列ヘッダーをクリックすると並び替えができます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192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レコード名または行をクリック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576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クリックするとレコードの詳細画面が開きます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5394960" cy="10058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702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📌 一覧の並び替え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列のタイトル部分をクリックすると昇順/降順に並び替え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73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複数条件での並び替えも可能（設定から）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160520"/>
            <a:ext cx="5394960" cy="10058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2702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📌 ページの切り替え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617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一覧の右下にある「◀ ▶」ボタンでページを切り替え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737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1ページ最大100件まで表示できます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11274552" cy="502920"/>
          </a:xfrm>
          <a:prstGeom prst="rect">
            <a:avLst/>
          </a:prstGeom>
          <a:solidFill>
            <a:srgbClr val="FFF8E7"/>
          </a:solidFill>
          <a:ln w="1270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4400"/>
                </a:solidFill>
              </a:rPr>
              <a:t>💡 ヒント：よく見るレコードは右上の「★」でお気に入りに登録すると次回からすぐアクセスできます。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レコードの新規作成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新しいデータを登録する手順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新規作成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レコードを新規作成する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受注・顧客情報など新しいデータを登録する手順です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904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「＋」ボタン（新規作成）をクリック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288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一覧画面の右上にある「＋ 新しいレコードを追加する」ボタンを押します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048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各フィールドに情報を入力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必須項目（*マーク付き）は必ず入力。入力形式（日付・数値等）に注意してください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1274552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192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「保存」ボタンをクリック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576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右上または下部にある「保存」ボタンを押してデータを登録します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11274552" cy="502920"/>
          </a:xfrm>
          <a:prstGeom prst="rect">
            <a:avLst/>
          </a:prstGeom>
          <a:solidFill>
            <a:srgbClr val="FFF8E7"/>
          </a:solidFill>
          <a:ln w="1270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4400"/>
                </a:solidFill>
              </a:rPr>
              <a:t>💡 ヒント：入力途中にこまめに「一時保存」を活用しましょう。誤って「戻る」を押すと入力内容が消えます。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11274552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0000"/>
                </a:solidFill>
              </a:rPr>
              <a:t>⚠ 注意：必須項目が未入力のままでは保存できません。赤字で表示された項目をすべて入力してください。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レコードの編集・削除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登録済みデータを修正・管理する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編集・削除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レコードを編集・削除する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入力ミスの修正や不要なデータの削除方法です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77840" cy="219456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✏️ 編集の手順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詳細画面右上の「編集」ボタンをクリック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修正したいフィールドを変更する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323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「保存」ボタンで確定する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💡 変更履歴は自動保存されます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577840" cy="219456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72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🗑️ 削除の手順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詳細画面右上の「…（その他）」をクリック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762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「削除」を選択する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3230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確認ダイアログで「OK」を押す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8833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⚠️ 削除したレコードは復元できません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11274552" cy="594360"/>
          </a:xfrm>
          <a:prstGeom prst="rect">
            <a:avLst/>
          </a:prstGeom>
          <a:solidFill>
            <a:srgbClr val="E8F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💡 変更履歴の確認方法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4223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詳細画面の右上「…」→「変更履歴」で、誰がいつ変更したか後から確認できます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74552" cy="502920"/>
          </a:xfrm>
          <a:prstGeom prst="rect">
            <a:avLst/>
          </a:prstGeom>
          <a:solidFill>
            <a:srgbClr val="FFF0F0"/>
          </a:solidFill>
          <a:ln w="12700">
            <a:solidFill>
              <a:srgbClr val="FF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663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0000"/>
                </a:solidFill>
              </a:rPr>
              <a:t>⚠ 注意：削除は取り消せません。削除前に内容を必ず確認してください。管理者権限が必要な場合もあります。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57800"/>
            <a:ext cx="11274552" cy="594360"/>
          </a:xfrm>
          <a:prstGeom prst="rect">
            <a:avLst/>
          </a:prstGeom>
          <a:solidFill>
            <a:srgbClr val="E8F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1266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💡 編集・削除の権限について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5955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アプリによって編集・削除できる権限が制限されています。操作できない場合は管理者にご連絡ください。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検索・絞り込み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必要なデータを素早く見つける方法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検索・絞り込み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データを検索・絞り込みする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大量のデータの中から目的の情報を効率よく探す方法です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394960" cy="182880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🔍 キーワード検索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画面上部の検索ボックスにキーワードを入力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Enterキーまたは虫眼鏡アイコンをクリック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32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全アプリを横断して検索できる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394960" cy="182880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72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🎯 条件絞り込み（フィルター）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一覧右上の「絞り込み」をクリック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762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項目・条件・値を指定する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32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複数条件を AND/OR で組み合わせ可能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11274552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よく使う絞り込み例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4747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条件の例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76472"/>
            <a:ext cx="11274552" cy="41148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2219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今月の受注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822191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受注日 ＝ 今月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87952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3367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未対応の案件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233671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ステータス ＝ 未対応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99432"/>
            <a:ext cx="11274552" cy="41148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64515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自分の担当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645151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担当者 ＝ ログインユーザー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10912"/>
            <a:ext cx="1127455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5663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直近1週間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056631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更新日時 ＞ 1週間前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77840"/>
            <a:ext cx="11274552" cy="594360"/>
          </a:xfrm>
          <a:prstGeom prst="rect">
            <a:avLst/>
          </a:prstGeom>
          <a:solidFill>
            <a:srgbClr val="E8F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63270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💡 保存済みビューの活用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87959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よく使う絞り込み条件はビューとして保存できます。左サイドメニューから1クリックで呼び出せます。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コメント・通知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チームでスムーズに情報共有する機能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コメント・通知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コメントと通知の使い方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レコードに直接コメントを残してチームで情報共有できます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394960" cy="228600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72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💬 コメントを書く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レコード詳細画面の下部にコメント欄がある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762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テキストを入力して「送信」をクリック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32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@メンション で特定の人に通知を送れる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ファイルや画像を添付することも可能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394960" cy="228600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5727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🔔 通知の確認方法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画面右上の鈴アイコンで通知一覧を確認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762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レコードの更新・コメントが届く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32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メール通知も同時に受け取れる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883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設定 → 通知設定 からカスタマイズ可能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11274552" cy="502920"/>
          </a:xfrm>
          <a:prstGeom prst="rect">
            <a:avLst/>
          </a:prstGeom>
          <a:solidFill>
            <a:srgbClr val="FFF8E7"/>
          </a:solidFill>
          <a:ln w="1270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4400"/>
                </a:solidFill>
              </a:rPr>
              <a:t>💡 ヒント：@メンションの使い方：コメント内で「@氏名」と入力すると、その人にメール通知が届きます。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11274552" cy="868680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27448"/>
            <a:ext cx="11000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</a:rPr>
              <a:t>⚙️ 通知設定のカスタマイズ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自分が担当のレコードが更新されたら通知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30952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特定アプリの全更新を受け取る設定も可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86984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設定 → 通知設定 から変更できる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50292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FF8020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よくある質問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E5CC"/>
                </a:solidFill>
              </a:rPr>
              <a:t>困ったときのトラブル解決ガイド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よくある質問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よくある質問と解決策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操作でつまずいたときはまずここを確認してください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74552" cy="34747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よくある質問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5087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解決策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10512"/>
            <a:ext cx="11274552" cy="4572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562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Q. ログインできない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56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Caps Lock がオンになっていないか確認。それでも無理な場合はシステム管理者へ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67712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134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Q. 保存ボタンが押せない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3134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必須項目（*マーク）が未入力です。赤枠の項目をすべて入力してください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24912"/>
            <a:ext cx="11274552" cy="4572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706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Q. データが見つからない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7706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絞り込み条件が設定されていないか確認。「絞り込みを解除」ボタンを押してみる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82112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2278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Q. 編集ボタンが表示されない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2278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編集権限がない場合があります。管理者に権限付与を依頼してください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9312"/>
            <a:ext cx="11274552" cy="4572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850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Q. 誤って削除してしまった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850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キントーンの削除は復元不可です。管理者に連絡し確認してください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96512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422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Q. 画面の表示がおかしい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142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ブラウザを更新（F5）または推奨ブラウザ（Chrome・Edge）を使用してください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09160"/>
            <a:ext cx="11274552" cy="594360"/>
          </a:xfrm>
          <a:prstGeom prst="rect">
            <a:avLst/>
          </a:prstGeom>
          <a:solidFill>
            <a:srgbClr val="E8F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64024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</a:rPr>
              <a:t>💡 サポート窓口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10912"/>
            <a:ext cx="10881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解決しない場合は社内システム部（内線: 1234　／　メール: it-support@foozjoy.co.jp）にご連絡ください。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64592"/>
            <a:ext cx="2130552" cy="347472"/>
          </a:xfrm>
          <a:prstGeom prst="rect">
            <a:avLst/>
          </a:prstGeom>
          <a:solidFill>
            <a:srgbClr val="F0F6FF"/>
          </a:solidFill>
          <a:ln w="127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201168"/>
            <a:ext cx="2039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66CC"/>
                </a:solidFill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66CC"/>
                </a:solidFill>
              </a:rPr>
              <a:t>操作の基本まとめ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今日学んだ内容を振り返りましょう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ログイン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👁️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閲覧・確認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新規作成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41732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554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✏️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194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編集・修正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86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検索・絞込み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310896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2461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886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コメント共有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10896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2461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86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通知確認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3108960"/>
            <a:ext cx="2651760" cy="1463040"/>
          </a:xfrm>
          <a:prstGeom prst="rect">
            <a:avLst/>
          </a:prstGeom>
          <a:solidFill>
            <a:srgbClr val="F0F6FF"/>
          </a:solidFill>
          <a:ln w="25400">
            <a:solidFill>
              <a:srgbClr val="D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32461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1A2E"/>
                </a:solidFill>
              </a:rPr>
              <a:t>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886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FAQ活用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17720"/>
            <a:ext cx="3566160" cy="43891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663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わからないことは遠慮なく聞こう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4617720"/>
            <a:ext cx="3566160" cy="43891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663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操作に慣れれば業務効率が大幅アップ！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617720"/>
            <a:ext cx="3566160" cy="43891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4663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一緒に活用していきましょう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DFF"/>
                </a:solidFill>
              </a:rPr>
              <a:t>ご不明な点があればお気軽にご相談ください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ACC"/>
                </a:solidFill>
              </a:rPr>
              <a:t>フーズジョイ　社内システム部　／　キントーン活用推進チーム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